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2" r:id="rId5"/>
    <p:sldId id="261" r:id="rId6"/>
  </p:sldIdLst>
  <p:sldSz cx="12192000" cy="6858000"/>
  <p:notesSz cx="6858000" cy="9144000"/>
  <p:embeddedFontLst>
    <p:embeddedFont>
      <p:font typeface="Urbanist" panose="020B0604020202020204" charset="-18"/>
      <p:regular r:id="rId8"/>
      <p:bold r:id="rId9"/>
      <p:italic r:id="rId10"/>
      <p:boldItalic r:id="rId11"/>
    </p:embeddedFont>
    <p:embeddedFont>
      <p:font typeface="Urbanist ExtraBold" panose="020B0604020202020204" charset="-18"/>
      <p:bold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84" y="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DCCC69DB-84F7-160A-CECE-03AB8E61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B0DAC699-6547-AA76-F572-DE72D7D1B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152022EB-003A-FABA-1128-51136FC84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9277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5301" y="2663130"/>
            <a:ext cx="1118139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6000" dirty="0">
                <a:solidFill>
                  <a:srgbClr val="06B6D4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Simulátor chytré domácnosti</a:t>
            </a:r>
            <a:endParaRPr sz="60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768030"/>
            <a:ext cx="106489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Šimon Jareš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849909"/>
            <a:ext cx="3295650" cy="2272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8175" y="2840625"/>
            <a:ext cx="3295650" cy="2272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849909"/>
            <a:ext cx="3295650" cy="227260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581025"/>
            <a:ext cx="111813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Klíčové Funkce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09800" y="3240434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064305" y="3954809"/>
            <a:ext cx="71008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Data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80035" y="4378100"/>
            <a:ext cx="247862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JSON Persistence</a:t>
            </a:r>
            <a:endParaRPr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6450" y="3240434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430916" y="3954809"/>
            <a:ext cx="133016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Simulace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119795" y="4395170"/>
            <a:ext cx="195240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Real-time (2.5s)</a:t>
            </a:r>
            <a:endParaRPr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63100" y="3240434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172575" y="3954809"/>
            <a:ext cx="12001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Pravidla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97909" y="4433786"/>
            <a:ext cx="194948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IF / THEN Logic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849909"/>
            <a:ext cx="3295650" cy="2272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8175" y="2849909"/>
            <a:ext cx="3295650" cy="2272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59843" y="2849909"/>
            <a:ext cx="3295650" cy="227260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71525" y="581025"/>
            <a:ext cx="111813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Přístupové Role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81225" y="324043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814274" y="3954809"/>
            <a:ext cx="121015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Správce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620047" y="4422327"/>
            <a:ext cx="159860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Plná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správa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3240434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420915" y="3954809"/>
            <a:ext cx="135016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Obyvatel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460544" y="4436252"/>
            <a:ext cx="127091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Ovládání</a:t>
            </a:r>
            <a:endParaRPr dirty="0"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72612" y="3240434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447609" y="3954809"/>
            <a:ext cx="65008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Host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981052" y="4403312"/>
            <a:ext cx="158319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Pouze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čtení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5">
          <a:extLst>
            <a:ext uri="{FF2B5EF4-FFF2-40B4-BE49-F238E27FC236}">
              <a16:creationId xmlns:a16="http://schemas.microsoft.com/office/drawing/2014/main" id="{C0BB291E-D452-3F05-C40F-FF9A663F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>
            <a:extLst>
              <a:ext uri="{FF2B5EF4-FFF2-40B4-BE49-F238E27FC236}">
                <a16:creationId xmlns:a16="http://schemas.microsoft.com/office/drawing/2014/main" id="{7FAAB65F-6CF9-F672-5A7B-900F3C71F4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4018D975-335E-66EC-B4C7-81EBB0BD0A88}"/>
              </a:ext>
            </a:extLst>
          </p:cNvPr>
          <p:cNvSpPr txBox="1"/>
          <p:nvPr/>
        </p:nvSpPr>
        <p:spPr>
          <a:xfrm>
            <a:off x="505301" y="2535584"/>
            <a:ext cx="1118139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9000" b="1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Ukázka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769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Širokoúhlá obrazovka</PresentationFormat>
  <Paragraphs>17</Paragraphs>
  <Slides>5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Urbanist ExtraBold</vt:lpstr>
      <vt:lpstr>Urbanist</vt:lpstr>
      <vt:lpstr>Calibri</vt:lpstr>
      <vt:lpstr>Arial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Šimon Jareš</cp:lastModifiedBy>
  <cp:revision>1</cp:revision>
  <dcterms:modified xsi:type="dcterms:W3CDTF">2026-05-11T17:29:42Z</dcterms:modified>
</cp:coreProperties>
</file>